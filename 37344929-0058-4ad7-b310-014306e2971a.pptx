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Urbanist SemiBold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11" Type="http://schemas.openxmlformats.org/officeDocument/2006/relationships/slide" Target="slides/slide6.xml"/><Relationship Id="rId22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21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UrbanistSemiBold-italic.fntdata"/><Relationship Id="rId16" Type="http://schemas.openxmlformats.org/officeDocument/2006/relationships/font" Target="fonts/Urbanist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regular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f64a22e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f64a22e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f64a22e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f64a22e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f64a22e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cf64a22e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cf74c860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cf74c860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cf64a22e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cf64a22e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f74c860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f74c860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cf74c860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cf74c860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cf74c860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cf74c860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ectangl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000" y="288925"/>
            <a:ext cx="4967800" cy="6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81500" y="1130925"/>
            <a:ext cx="8014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TrustAI</a:t>
            </a: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5000">
                <a:solidFill>
                  <a:srgbClr val="514D94"/>
                </a:solidFill>
                <a:latin typeface="Urbanist"/>
                <a:ea typeface="Urbanist"/>
                <a:cs typeface="Urbanist"/>
                <a:sym typeface="Urbanist"/>
              </a:rPr>
              <a:t>Ideathon 2026</a:t>
            </a:r>
            <a:endParaRPr sz="2000">
              <a:solidFill>
                <a:srgbClr val="514D94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703425" y="2336225"/>
            <a:ext cx="5538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</a:t>
            </a:r>
            <a:r>
              <a:rPr lang="en" sz="1200">
                <a:solidFill>
                  <a:schemeClr val="dk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ndian Institute of Information Technology (IIIT) Pune</a:t>
            </a:r>
            <a:endParaRPr sz="1200">
              <a:solidFill>
                <a:schemeClr val="dk2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57" name="Google Shape;57;p13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231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2887700" y="1782125"/>
            <a:ext cx="441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rgbClr val="1F1F1F"/>
                </a:solidFill>
                <a:latin typeface="Urbanist"/>
                <a:ea typeface="Urbanist"/>
                <a:cs typeface="Urbanist"/>
                <a:sym typeface="Urbanist"/>
              </a:rPr>
              <a:t>On </a:t>
            </a:r>
            <a:r>
              <a:rPr b="1" lang="en" sz="2400">
                <a:solidFill>
                  <a:srgbClr val="1F1F1F"/>
                </a:solidFill>
                <a:latin typeface="Urbanist"/>
                <a:ea typeface="Urbanist"/>
                <a:cs typeface="Urbanist"/>
                <a:sym typeface="Urbanist"/>
              </a:rPr>
              <a:t>Safe and Trusted AI</a:t>
            </a:r>
            <a:endParaRPr b="1" sz="2400">
              <a:solidFill>
                <a:srgbClr val="1F1F1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50875" y="3093450"/>
            <a:ext cx="30000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F1F"/>
                </a:solidFill>
              </a:rPr>
              <a:t>Problem Statement</a:t>
            </a:r>
            <a:r>
              <a:rPr b="1" lang="en" sz="1800">
                <a:solidFill>
                  <a:srgbClr val="1F1F1F"/>
                </a:solidFill>
              </a:rPr>
              <a:t>:</a:t>
            </a:r>
            <a:endParaRPr b="1"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F1F"/>
                </a:solidFill>
              </a:rPr>
              <a:t>Team Name:</a:t>
            </a:r>
            <a:endParaRPr b="1"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F1F"/>
                </a:solidFill>
              </a:rPr>
              <a:t>Members:</a:t>
            </a:r>
            <a:endParaRPr b="1"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1F1F1F"/>
                </a:solidFill>
              </a:rPr>
              <a:t>Affiliation: </a:t>
            </a:r>
            <a:endParaRPr b="1" sz="1800">
              <a:solidFill>
                <a:srgbClr val="1F1F1F"/>
              </a:solidFill>
            </a:endParaRPr>
          </a:p>
        </p:txBody>
      </p:sp>
      <p:pic>
        <p:nvPicPr>
          <p:cNvPr id="60" name="Google Shape;60;p13" title="India-AI-Impact-Summit-2026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2551500" y="208988"/>
            <a:ext cx="44748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Pre-Summit</a:t>
            </a:r>
            <a:r>
              <a:rPr lang="en" sz="17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Event- </a:t>
            </a:r>
            <a:endParaRPr sz="1700">
              <a:solidFill>
                <a:schemeClr val="lt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India AI impact Summit</a:t>
            </a:r>
            <a:endParaRPr sz="1700">
              <a:solidFill>
                <a:schemeClr val="lt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7" name="Google Shape;67;p1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64600" y="76575"/>
            <a:ext cx="801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9" name="Google Shape;69;p14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209550" y="2690950"/>
            <a:ext cx="28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</a:rPr>
              <a:t>Who Is Affected?, Why Does It Matter? 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6" name="Google Shape;76;p1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564600" y="76575"/>
            <a:ext cx="801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Proposed Solution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78" name="Google Shape;78;p15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3209550" y="2690950"/>
            <a:ext cx="289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</a:rPr>
              <a:t>Key Features, What Makes It Innovative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85" name="Google Shape;85;p1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564600" y="76575"/>
            <a:ext cx="801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Significance &amp; Benefits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87" name="Google Shape;87;p16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93" name="Google Shape;93;p17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564600" y="76575"/>
            <a:ext cx="801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Technical Solution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95" name="Google Shape;95;p17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3394700" y="27877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</a:rPr>
              <a:t>Overall Architecture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02" name="Google Shape;102;p1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564600" y="76575"/>
            <a:ext cx="801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Approach 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4" name="Google Shape;104;p18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3360050" y="2756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6666"/>
                </a:solidFill>
              </a:rPr>
              <a:t>Methodology Diagrams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1" name="Google Shape;111;p1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564600" y="76575"/>
            <a:ext cx="80148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Conclusion &amp; Future Scope  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13" name="Google Shape;113;p19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19" name="Google Shape;119;p20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564600" y="76575"/>
            <a:ext cx="80148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References 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21" name="Google Shape;121;p20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781500" y="176625"/>
            <a:ext cx="80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27" name="Google Shape;127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0761" y="176625"/>
            <a:ext cx="1000714" cy="9542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564600" y="76575"/>
            <a:ext cx="801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Rules and Guidelines</a:t>
            </a:r>
            <a:endParaRPr b="1" sz="3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29" name="Google Shape;129;p21" title="India-AI-Impact-Summit-2026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74575" y="-107475"/>
            <a:ext cx="2898550" cy="1630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/>
        </p:nvSpPr>
        <p:spPr>
          <a:xfrm>
            <a:off x="617225" y="1954525"/>
            <a:ext cx="5697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Describe your solution best as possible, include diagrams and proper reference if used.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Submit as .pdf/ .pptx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Name file as &lt;TeamName&gt;_TrustAI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Max 10 slides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Omit this Slide </a:t>
            </a:r>
            <a:r>
              <a:rPr lang="en"/>
              <a:t>form submission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